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4D00"/>
                </a:solidFill>
              </a:defRPr>
            </a:pPr>
            <a:r>
              <a:t>VerifAI – The Forensic Ledger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969696"/>
                </a:solidFill>
              </a:defRPr>
            </a:pPr>
            <a:r>
              <a:t>AI-Powered Multimodal Identity Verification &amp; AML Scoring</a:t>
            </a:r>
          </a:p>
          <a:p>
            <a:r>
              <a:t>Technical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600">
                <a:solidFill>
                  <a:srgbClr val="FF4D00"/>
                </a:solidFill>
              </a:defRPr>
            </a:pPr>
            <a:r>
              <a:t>The 6-Stage Forensic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Modular Architecture for Absolute Integrity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Stage 1: ELA (Error Level Analysis) – Detecting digital tampering.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Stage 2: AI Multimodal Extraction – Unified vision processing.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Stage 3: Identity Mapping – Resolving name variations &amp; typos.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Stage 4: Compliance Engine – Regional rule validation (Regex/Freshness).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Stage 5: [AI] Risk Analysis – Synthetic detection &amp; PEP/AML scanning.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Stage 6: [AI] Executive Summary – Automated forensic narration.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600">
                <a:solidFill>
                  <a:srgbClr val="FF4D00"/>
                </a:solidFill>
              </a:defRPr>
            </a:pPr>
            <a:r>
              <a:t>Multimodal Vision Reasoning (The AI Core)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Leveraging GPT-4o for Cross-Document Intelligence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Unified Prompting: Aadhaar, PAN, and Utility Bills processed in a single vision context.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Beyond OCR: The AI evaluates the relationship between documents (Cross-Document Mapping).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Typo Resilience: Intelligent fuzzy matching allows for realistic spelling variations while maintaining security.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Contextual Logic: Verifying addresses on utility bills against identity documents in real-time.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600">
                <a:solidFill>
                  <a:srgbClr val="FF4D00"/>
                </a:solidFill>
              </a:defRPr>
            </a:pPr>
            <a:r>
              <a:t>AI-Powered Synthetic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Defending Against Deepfake &amp; Generative Fraud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Signature Analysis: AI scans for 'too-perfect' text, unnatural lighting, and lack of physical grain.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Synthetic Flags: Automatic detection of AI-generated documents triggers a high-risk veto.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The Defense: Proactive identification of mathematically perfect fraudulent documents.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Artifact Identification: Looking for photo-layer inconsistencies and background blur common in LLM generation.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600">
                <a:solidFill>
                  <a:srgbClr val="FF4D00"/>
                </a:solidFill>
              </a:defRPr>
            </a:pPr>
            <a:r>
              <a:t>Predictive Risk &amp; AML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Intelligent Threat Assessment (0-100 Score)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AML Integration: Real-time fuzzy matching against the international PEP Ledger.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Weighted Scoring: Risk score calculated from forensic signatures, AI certainty, and compliance pass-rates.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Dynamic Output: Granular risk profiles instead of binary pass/fail results.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Automated Veto: High-risk scores trigger manual escalation or immediate rejection.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600">
                <a:solidFill>
                  <a:srgbClr val="FF4D00"/>
                </a:solidFill>
              </a:defRPr>
            </a:pPr>
            <a:r>
              <a:t>Zero-Knowledge Data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Forensic Integrity &amp; PII Privacy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Encryption-at-Rest: All sensitive PII (Names, IDs, AI Reasoning) is encrypted via Fernet.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Immutable Ledger: Reports stored as encrypted documents in MongoDB Atlas for a tamper-proof audit trail.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RBAC: Admin-only access to historical ledger data, secured by Google OAuth.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Secure Storage: Local document persistence with UUID-based obfuscation.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600">
                <a:solidFill>
                  <a:srgbClr val="FF4D00"/>
                </a:solidFill>
              </a:defRPr>
            </a:pPr>
            <a:r>
              <a:t>AI Executive Summary &amp;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Turning Raw Data into Forensic Intelligence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The Summary: AI synthesizes complex pipeline data into a concise narrative for the PDF report.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VerifAI Assistant: A RAG-powered chatbot allowing natural language querying of the encrypted ledger.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Natural Language Interface: Query example: 'Show me the forensic reasoning for the last rejected Aadhaar.'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Secure Context: Assistant decrypts data in-memory only for authorized sessions.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600">
                <a:solidFill>
                  <a:srgbClr val="FF4D00"/>
                </a:solidFill>
              </a:defRPr>
            </a:pPr>
            <a:r>
              <a:t>Technical Impact &amp; Future-Proofing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New Standard in Forensic Verification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Scalability: Asynchronous Python architecture handles high-concurrency loads.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Compliance: Built for GDPR and DPDP standards from the ground up.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The Result: A high-fidelity, AI-driven forensic tool that identifies fraud where traditional systems fail.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Extensibility: Strategy pattern allows for easy addition of new document types and forensic stages.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